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F1F04-3862-BFDB-8289-3A78CE420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ACD8E-66F9-3992-962E-E34607869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95A01-7F07-DE96-4501-7DB32230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8D49-F481-3597-8A6A-76582425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1AD85-65CF-E98F-C229-2A3D1B7A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0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E332-BDBC-789D-41B8-CD5C4016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2D2F8-2BB4-67FA-D786-BF7BF7DC9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37A1D-F1A6-26A1-630C-A0F46503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A1752-CC44-ECB2-B6B3-95EB80AF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3F76B-A190-6C73-6FEC-966E777D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6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7F03-AD02-0080-17DF-A137A192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627FE-5D8F-E8CE-DCFB-FCA24736C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E504-7068-45A6-7AC9-F768A95E6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C20F7-D93D-1C36-2749-BEBB8521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CCFF6-D487-B668-DCF7-9BDEC011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7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D628-E52C-6185-1C91-4B92A9C5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7FA3-EB0E-B1EE-3398-CFAE15637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CA379-FF97-C03F-35DD-8EC2DAE41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36BE5-B1B5-EF09-1D0A-7E39980D7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FAE37-C629-432F-D92E-9A297531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E541D-6519-B9FE-53E9-8EA9C297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4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B138-1126-8842-C164-3B40589DC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67CD4-0894-E53F-E09A-E84FC7F3A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CF5CE-9E4F-E86F-6236-29390D178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E2A21-AC20-18FA-D3ED-B87DECA75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C2163D-E4A2-F26E-2717-142F22B6E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BF287-924C-2043-AADD-BAE7AA9A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A753EE-B63D-9295-E592-749ACAEE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CE4FB-2E82-B2B5-4540-11AC11F6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7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1207-45D0-FAD4-6F0D-59B9E4820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7A364-6B03-A4D2-2415-737DB5A6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E2ADC-CFB1-C2A5-CB9A-165057BE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32A93-470D-2908-780B-B989ED9E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7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81BBB-871F-A077-9717-C5D07E570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7A5FF-7835-3098-E29A-A535F98E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168FD-3478-A0C4-ED76-63EAF247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85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FC2B-997F-B6CA-C3F6-20368D61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5F8B0-3960-3872-DC9C-6CC0613E6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4EBD7-C0AC-8C73-760D-7D168FACE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8AB74-6C88-2C65-CA2D-7A9CD0B5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0EA1E-0E48-04C1-8D0A-C5CE1F78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08717-BF2C-F7E4-378B-183022B3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5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D2DF-418B-C106-2582-ABCF4BDE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953E4-5BF7-0CB3-ECE0-24A4CC338CB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CF253-5E77-1188-4562-AAF00EDF7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3FDCF-38E5-FB6D-0373-C37938F9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5A1C2-54C2-E916-D2BF-A9A0DFF9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B4E2A-999D-AF08-F005-CAE4392D7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3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4B7D-9D8C-BDBF-AEB0-17C32E0F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33F4F-1AA3-5485-9D52-EA4FF10FE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D7405-3418-C166-770D-8C2151D4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55AA3-575B-3E4E-A964-A9010CCB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15101-D9AB-3E34-68F8-1C508901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4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3D744-9359-B651-F97E-6E873C889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A3454-45CD-4F9E-B9D1-795905679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27EF2-F03D-5E11-87CE-62B2FF1E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03F30-308E-F9DF-81F3-2C56ABD5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35F2C-032B-71D7-1220-DA2A0FB6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7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6B265-19EB-82A5-4D5A-6485617BD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FD9D1-1846-9373-BBC0-3A7EB74B7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32ED3-F9D5-32C5-A942-91BA67390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3908A-EFAD-44BC-B850-2B996B2EEFC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7F167-2D04-CC08-5BA6-78965816F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C4BB8-7C7B-183B-1752-016C8FF95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C860F-6830-482B-8DB1-F50665A88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2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BE0737-9B29-D08E-8109-EEAC6E869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1000" contrast="55000"/>
                    </a14:imgEffect>
                  </a14:imgLayer>
                </a14:imgProps>
              </a:ext>
            </a:extLst>
          </a:blip>
          <a:srcRect l="38172" t="1721" r="39462" b="36918"/>
          <a:stretch>
            <a:fillRect/>
          </a:stretch>
        </p:blipFill>
        <p:spPr>
          <a:xfrm flipH="1">
            <a:off x="2385104" y="334297"/>
            <a:ext cx="2993142" cy="5555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DA0C9-17FF-9EE1-9A1F-F7DD1F83BB58}"/>
              </a:ext>
            </a:extLst>
          </p:cNvPr>
          <p:cNvSpPr txBox="1"/>
          <p:nvPr/>
        </p:nvSpPr>
        <p:spPr>
          <a:xfrm flipH="1">
            <a:off x="2507226" y="334297"/>
            <a:ext cx="2871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1   2    3    4    5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A8ED3-A52E-F7D8-1F81-2AC88D5895B8}"/>
              </a:ext>
            </a:extLst>
          </p:cNvPr>
          <p:cNvSpPr txBox="1"/>
          <p:nvPr/>
        </p:nvSpPr>
        <p:spPr>
          <a:xfrm>
            <a:off x="1219200" y="2189559"/>
            <a:ext cx="11659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3054 -</a:t>
            </a:r>
          </a:p>
          <a:p>
            <a:pPr algn="r"/>
            <a:endParaRPr lang="en-US" sz="1400" dirty="0"/>
          </a:p>
          <a:p>
            <a:pPr algn="r"/>
            <a:r>
              <a:rPr lang="en-US" sz="1400" dirty="0"/>
              <a:t>2036 -</a:t>
            </a:r>
          </a:p>
          <a:p>
            <a:pPr algn="r"/>
            <a:r>
              <a:rPr lang="en-US" sz="1400" dirty="0"/>
              <a:t>1636 -</a:t>
            </a:r>
          </a:p>
          <a:p>
            <a:pPr algn="r"/>
            <a:endParaRPr lang="en-US" sz="1600" dirty="0"/>
          </a:p>
          <a:p>
            <a:pPr algn="r"/>
            <a:r>
              <a:rPr lang="en-US" sz="1400" dirty="0"/>
              <a:t>1018 -</a:t>
            </a:r>
          </a:p>
          <a:p>
            <a:pPr algn="r"/>
            <a:r>
              <a:rPr lang="en-US" sz="1400" dirty="0"/>
              <a:t>517, 506-</a:t>
            </a:r>
          </a:p>
          <a:p>
            <a:pPr algn="r"/>
            <a:endParaRPr lang="en-US" sz="800" dirty="0"/>
          </a:p>
          <a:p>
            <a:pPr algn="r"/>
            <a:r>
              <a:rPr lang="en-US" sz="1400" dirty="0"/>
              <a:t>396 -</a:t>
            </a:r>
          </a:p>
          <a:p>
            <a:pPr algn="r"/>
            <a:endParaRPr lang="en-US" sz="400" dirty="0"/>
          </a:p>
          <a:p>
            <a:pPr algn="r"/>
            <a:r>
              <a:rPr lang="en-US" sz="1400" dirty="0"/>
              <a:t>344 -</a:t>
            </a:r>
          </a:p>
          <a:p>
            <a:pPr algn="r"/>
            <a:r>
              <a:rPr lang="en-US" sz="1400" dirty="0"/>
              <a:t>298 –</a:t>
            </a:r>
          </a:p>
          <a:p>
            <a:pPr algn="r"/>
            <a:endParaRPr lang="en-US" sz="400" dirty="0"/>
          </a:p>
          <a:p>
            <a:pPr algn="r"/>
            <a:r>
              <a:rPr lang="en-US" sz="1400" dirty="0"/>
              <a:t>220-</a:t>
            </a:r>
          </a:p>
          <a:p>
            <a:pPr algn="r"/>
            <a:endParaRPr lang="en-US" sz="1400" dirty="0"/>
          </a:p>
          <a:p>
            <a:pPr algn="r"/>
            <a:r>
              <a:rPr lang="en-US" sz="1400" dirty="0"/>
              <a:t>201 -</a:t>
            </a:r>
          </a:p>
          <a:p>
            <a:pPr algn="r"/>
            <a:r>
              <a:rPr lang="en-US" sz="1400" dirty="0"/>
              <a:t>154 -</a:t>
            </a:r>
          </a:p>
          <a:p>
            <a:pPr algn="r"/>
            <a:endParaRPr lang="en-US" sz="1400" dirty="0"/>
          </a:p>
          <a:p>
            <a:pPr algn="r"/>
            <a:endParaRPr lang="en-US" sz="1400" dirty="0"/>
          </a:p>
          <a:p>
            <a:pPr algn="r"/>
            <a:endParaRPr lang="en-US" sz="1400" dirty="0"/>
          </a:p>
          <a:p>
            <a:pPr algn="r"/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347B0-4CEB-D4D0-70CC-54E1FCA0A257}"/>
              </a:ext>
            </a:extLst>
          </p:cNvPr>
          <p:cNvSpPr txBox="1"/>
          <p:nvPr/>
        </p:nvSpPr>
        <p:spPr>
          <a:xfrm>
            <a:off x="1554480" y="1269659"/>
            <a:ext cx="8306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10180 -</a:t>
            </a:r>
          </a:p>
          <a:p>
            <a:pPr algn="r"/>
            <a:endParaRPr lang="en-US" sz="1400" dirty="0"/>
          </a:p>
          <a:p>
            <a:pPr algn="r"/>
            <a:endParaRPr lang="en-US" sz="1400" dirty="0"/>
          </a:p>
          <a:p>
            <a:pPr algn="r"/>
            <a:r>
              <a:rPr lang="en-US" sz="1400" dirty="0"/>
              <a:t>4072 -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7DDBB-BC80-37D7-9FF8-19B6C0A1FA19}"/>
              </a:ext>
            </a:extLst>
          </p:cNvPr>
          <p:cNvSpPr txBox="1"/>
          <p:nvPr/>
        </p:nvSpPr>
        <p:spPr>
          <a:xfrm>
            <a:off x="1369104" y="1746712"/>
            <a:ext cx="101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5090 -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9FAF8-A937-C97A-1A87-F61EC9BD332D}"/>
              </a:ext>
            </a:extLst>
          </p:cNvPr>
          <p:cNvSpPr txBox="1"/>
          <p:nvPr/>
        </p:nvSpPr>
        <p:spPr>
          <a:xfrm>
            <a:off x="1369104" y="1548149"/>
            <a:ext cx="101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7126 -</a:t>
            </a:r>
          </a:p>
        </p:txBody>
      </p:sp>
    </p:spTree>
    <p:extLst>
      <p:ext uri="{BB962C8B-B14F-4D97-AF65-F5344CB8AC3E}">
        <p14:creationId xmlns:p14="http://schemas.microsoft.com/office/powerpoint/2010/main" val="408161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6969A-4AA0-B423-B0AB-42DF985C29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27" t="31420" r="-840" b="8176"/>
          <a:stretch>
            <a:fillRect/>
          </a:stretch>
        </p:blipFill>
        <p:spPr bwMode="auto">
          <a:xfrm>
            <a:off x="1349722" y="1376623"/>
            <a:ext cx="9318277" cy="43622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64504C-E3AA-AD96-F0FF-4522D53D3136}"/>
              </a:ext>
            </a:extLst>
          </p:cNvPr>
          <p:cNvSpPr txBox="1"/>
          <p:nvPr/>
        </p:nvSpPr>
        <p:spPr>
          <a:xfrm>
            <a:off x="6410633" y="5190703"/>
            <a:ext cx="350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        Linear line of best fit              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highlight>
                  <a:srgbClr val="C0C0C0"/>
                </a:highlight>
              </a:rPr>
              <a:t>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EED40-7079-4228-D496-BAFACA6E6B49}"/>
              </a:ext>
            </a:extLst>
          </p:cNvPr>
          <p:cNvSpPr txBox="1"/>
          <p:nvPr/>
        </p:nvSpPr>
        <p:spPr>
          <a:xfrm>
            <a:off x="2797278" y="5190703"/>
            <a:ext cx="311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Distance Travelled vs log of DNA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highlight>
                  <a:srgbClr val="C0C0C0"/>
                </a:highlight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27905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EB67C-2622-518E-9D5E-1DE683819C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5" r="3150"/>
          <a:stretch>
            <a:fillRect/>
          </a:stretch>
        </p:blipFill>
        <p:spPr bwMode="auto">
          <a:xfrm>
            <a:off x="2398697" y="442451"/>
            <a:ext cx="5934570" cy="62634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049607-4385-1FEC-38D4-CBC933682503}"/>
              </a:ext>
            </a:extLst>
          </p:cNvPr>
          <p:cNvSpPr txBox="1"/>
          <p:nvPr/>
        </p:nvSpPr>
        <p:spPr>
          <a:xfrm>
            <a:off x="4689987" y="3136490"/>
            <a:ext cx="1809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pGEM-T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3000bp</a:t>
            </a:r>
          </a:p>
        </p:txBody>
      </p:sp>
    </p:spTree>
    <p:extLst>
      <p:ext uri="{BB962C8B-B14F-4D97-AF65-F5344CB8AC3E}">
        <p14:creationId xmlns:p14="http://schemas.microsoft.com/office/powerpoint/2010/main" val="3917190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50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ctgrey@student.ubc.ca</dc:creator>
  <cp:lastModifiedBy>ctgrey@student.ubc.ca</cp:lastModifiedBy>
  <cp:revision>3</cp:revision>
  <dcterms:created xsi:type="dcterms:W3CDTF">2026-10-06T22:08:52Z</dcterms:created>
  <dcterms:modified xsi:type="dcterms:W3CDTF">2026-10-08T06:31:11Z</dcterms:modified>
</cp:coreProperties>
</file>